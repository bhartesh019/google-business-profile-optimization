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7/8/2026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123298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7/8/2026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4476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7/8/2026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37144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7/8/2026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101455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7/8/2026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99992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7/8/2026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518824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7/8/2026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82158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7/8/2026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03055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7/8/2026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82886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7/8/2026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34221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7/8/2026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2648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3.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7/8/2026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371108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F1646-47B7-7D56-054E-6024D973F49F}"/>
              </a:ext>
            </a:extLst>
          </p:cNvPr>
          <p:cNvSpPr>
            <a:spLocks noGrp="1"/>
          </p:cNvSpPr>
          <p:nvPr>
            <p:ph type="ctrTitle"/>
          </p:nvPr>
        </p:nvSpPr>
        <p:spPr/>
        <p:txBody>
          <a:bodyPr>
            <a:normAutofit fontScale="90000"/>
          </a:bodyPr>
          <a:lstStyle/>
          <a:p>
            <a:r>
              <a:rPr lang="en-GB" dirty="0"/>
              <a:t>Google Business Profile (GMB) Optimization for Local SEO</a:t>
            </a:r>
            <a:endParaRPr lang="en-US" dirty="0"/>
          </a:p>
        </p:txBody>
      </p:sp>
      <p:sp>
        <p:nvSpPr>
          <p:cNvPr id="3" name="Subtitle 2">
            <a:extLst>
              <a:ext uri="{FF2B5EF4-FFF2-40B4-BE49-F238E27FC236}">
                <a16:creationId xmlns:a16="http://schemas.microsoft.com/office/drawing/2014/main" id="{99C2CA16-1962-EC1C-B4FD-9B7C9A6FDDB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12863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9E8C7-D17A-B571-AA7D-1CCB5A19D693}"/>
              </a:ext>
            </a:extLst>
          </p:cNvPr>
          <p:cNvSpPr>
            <a:spLocks noGrp="1"/>
          </p:cNvSpPr>
          <p:nvPr>
            <p:ph type="title"/>
          </p:nvPr>
        </p:nvSpPr>
        <p:spPr/>
        <p:txBody>
          <a:bodyPr/>
          <a:lstStyle/>
          <a:p>
            <a:r>
              <a:rPr lang="en-GB" dirty="0"/>
              <a:t>Project report </a:t>
            </a:r>
            <a:endParaRPr lang="en-US" dirty="0"/>
          </a:p>
        </p:txBody>
      </p:sp>
      <p:sp>
        <p:nvSpPr>
          <p:cNvPr id="3" name="Content Placeholder 2">
            <a:extLst>
              <a:ext uri="{FF2B5EF4-FFF2-40B4-BE49-F238E27FC236}">
                <a16:creationId xmlns:a16="http://schemas.microsoft.com/office/drawing/2014/main" id="{2E76B8F2-B4CA-8F9C-9425-C0742DBA7B34}"/>
              </a:ext>
            </a:extLst>
          </p:cNvPr>
          <p:cNvSpPr>
            <a:spLocks noGrp="1"/>
          </p:cNvSpPr>
          <p:nvPr>
            <p:ph idx="1"/>
          </p:nvPr>
        </p:nvSpPr>
        <p:spPr/>
        <p:txBody>
          <a:bodyPr>
            <a:normAutofit fontScale="92500"/>
          </a:bodyPr>
          <a:lstStyle/>
          <a:p>
            <a:r>
              <a:rPr lang="en-US" dirty="0"/>
              <a:t>Business Name: Shree Hari Collection </a:t>
            </a:r>
            <a:endParaRPr lang="en-GB" dirty="0"/>
          </a:p>
          <a:p>
            <a:r>
              <a:rPr lang="en-US" dirty="0"/>
              <a:t>Category: Clothing Store</a:t>
            </a:r>
            <a:endParaRPr lang="en-GB" dirty="0"/>
          </a:p>
          <a:p>
            <a:r>
              <a:rPr lang="en-US" dirty="0"/>
              <a:t>Location: Patiala, Punjab</a:t>
            </a:r>
            <a:endParaRPr lang="en-GB" dirty="0"/>
          </a:p>
          <a:p>
            <a:r>
              <a:rPr lang="en-US" dirty="0"/>
              <a:t>Submitted By: </a:t>
            </a:r>
            <a:r>
              <a:rPr lang="en-GB" dirty="0" err="1"/>
              <a:t>Bhartesh</a:t>
            </a:r>
            <a:endParaRPr lang="en-US" dirty="0"/>
          </a:p>
        </p:txBody>
      </p:sp>
    </p:spTree>
    <p:extLst>
      <p:ext uri="{BB962C8B-B14F-4D97-AF65-F5344CB8AC3E}">
        <p14:creationId xmlns:p14="http://schemas.microsoft.com/office/powerpoint/2010/main" val="2872150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31832-2375-D8C6-55BF-3636E6E9D6A4}"/>
              </a:ext>
            </a:extLst>
          </p:cNvPr>
          <p:cNvSpPr>
            <a:spLocks noGrp="1"/>
          </p:cNvSpPr>
          <p:nvPr>
            <p:ph type="title"/>
          </p:nvPr>
        </p:nvSpPr>
        <p:spPr/>
        <p:txBody>
          <a:bodyPr>
            <a:normAutofit fontScale="90000"/>
          </a:bodyPr>
          <a:lstStyle/>
          <a:p>
            <a:r>
              <a:rPr lang="en-US" dirty="0"/>
              <a:t>Business</a:t>
            </a:r>
            <a:r>
              <a:rPr lang="en-GB" dirty="0"/>
              <a:t> details:</a:t>
            </a:r>
            <a:endParaRPr lang="en-US" dirty="0"/>
          </a:p>
        </p:txBody>
      </p:sp>
      <p:sp>
        <p:nvSpPr>
          <p:cNvPr id="3" name="Content Placeholder 2">
            <a:extLst>
              <a:ext uri="{FF2B5EF4-FFF2-40B4-BE49-F238E27FC236}">
                <a16:creationId xmlns:a16="http://schemas.microsoft.com/office/drawing/2014/main" id="{64E886B1-212F-719F-AF76-98A321967FE5}"/>
              </a:ext>
            </a:extLst>
          </p:cNvPr>
          <p:cNvSpPr>
            <a:spLocks noGrp="1"/>
          </p:cNvSpPr>
          <p:nvPr>
            <p:ph idx="1"/>
          </p:nvPr>
        </p:nvSpPr>
        <p:spPr/>
        <p:txBody>
          <a:bodyPr/>
          <a:lstStyle/>
          <a:p>
            <a:r>
              <a:rPr lang="en-GB" dirty="0"/>
              <a:t>Business Name: Shree Hari Collection</a:t>
            </a:r>
            <a:endParaRPr lang="en-US" dirty="0"/>
          </a:p>
          <a:p>
            <a:r>
              <a:rPr lang="en-GB" dirty="0"/>
              <a:t>Business Category: Clothing Store</a:t>
            </a:r>
          </a:p>
          <a:p>
            <a:r>
              <a:rPr lang="en-GB" dirty="0"/>
              <a:t>Address: </a:t>
            </a:r>
            <a:r>
              <a:rPr lang="en-GB" dirty="0" err="1"/>
              <a:t>Gurbax</a:t>
            </a:r>
            <a:r>
              <a:rPr lang="en-GB" dirty="0"/>
              <a:t> Colony Main Rd, Opposite Street No. 8, Guru Nanak Nagar, Patiala, Punjab – 147001</a:t>
            </a:r>
          </a:p>
          <a:p>
            <a:r>
              <a:rPr lang="en-GB" dirty="0"/>
              <a:t>Website: Not Available</a:t>
            </a:r>
          </a:p>
          <a:p>
            <a:r>
              <a:rPr lang="en-GB" dirty="0"/>
              <a:t>Instagram: @shc_patiala</a:t>
            </a:r>
            <a:endParaRPr lang="en-US" dirty="0"/>
          </a:p>
        </p:txBody>
      </p:sp>
    </p:spTree>
    <p:extLst>
      <p:ext uri="{BB962C8B-B14F-4D97-AF65-F5344CB8AC3E}">
        <p14:creationId xmlns:p14="http://schemas.microsoft.com/office/powerpoint/2010/main" val="2479280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EF676-6FC7-D109-C557-11FEE59815D9}"/>
              </a:ext>
            </a:extLst>
          </p:cNvPr>
          <p:cNvSpPr>
            <a:spLocks noGrp="1"/>
          </p:cNvSpPr>
          <p:nvPr>
            <p:ph type="title"/>
          </p:nvPr>
        </p:nvSpPr>
        <p:spPr/>
        <p:txBody>
          <a:bodyPr>
            <a:normAutofit fontScale="90000"/>
          </a:bodyPr>
          <a:lstStyle/>
          <a:p>
            <a:r>
              <a:rPr lang="en-US" dirty="0"/>
              <a:t> </a:t>
            </a:r>
            <a:r>
              <a:rPr lang="en-GB" dirty="0"/>
              <a:t>Project Objectives</a:t>
            </a:r>
            <a:endParaRPr lang="en-US" dirty="0"/>
          </a:p>
        </p:txBody>
      </p:sp>
      <p:sp>
        <p:nvSpPr>
          <p:cNvPr id="3" name="Content Placeholder 2">
            <a:extLst>
              <a:ext uri="{FF2B5EF4-FFF2-40B4-BE49-F238E27FC236}">
                <a16:creationId xmlns:a16="http://schemas.microsoft.com/office/drawing/2014/main" id="{77B2DEF7-FCF7-FDAD-8226-3EE1EF53CEF6}"/>
              </a:ext>
            </a:extLst>
          </p:cNvPr>
          <p:cNvSpPr>
            <a:spLocks noGrp="1"/>
          </p:cNvSpPr>
          <p:nvPr>
            <p:ph idx="1"/>
          </p:nvPr>
        </p:nvSpPr>
        <p:spPr/>
        <p:txBody>
          <a:bodyPr/>
          <a:lstStyle/>
          <a:p>
            <a:r>
              <a:rPr lang="en-GB" dirty="0"/>
              <a:t>Create and optimize a Google Business Profile.
Perform keyword research.
Optimize the business description.
Add business services and photos.
Build local citations.
</a:t>
            </a:r>
            <a:r>
              <a:rPr lang="en-GB" dirty="0" err="1"/>
              <a:t>Analyze</a:t>
            </a:r>
            <a:r>
              <a:rPr lang="en-GB" dirty="0"/>
              <a:t> profile performance.</a:t>
            </a:r>
            <a:endParaRPr lang="en-US" dirty="0"/>
          </a:p>
        </p:txBody>
      </p:sp>
    </p:spTree>
    <p:extLst>
      <p:ext uri="{BB962C8B-B14F-4D97-AF65-F5344CB8AC3E}">
        <p14:creationId xmlns:p14="http://schemas.microsoft.com/office/powerpoint/2010/main" val="384587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0608-B008-5363-9513-729753246808}"/>
              </a:ext>
            </a:extLst>
          </p:cNvPr>
          <p:cNvSpPr>
            <a:spLocks noGrp="1"/>
          </p:cNvSpPr>
          <p:nvPr>
            <p:ph type="title"/>
          </p:nvPr>
        </p:nvSpPr>
        <p:spPr/>
        <p:txBody>
          <a:bodyPr/>
          <a:lstStyle/>
          <a:p>
            <a:r>
              <a:rPr lang="en-GB" dirty="0"/>
              <a:t>Keyword Research</a:t>
            </a:r>
            <a:endParaRPr lang="en-US" dirty="0"/>
          </a:p>
        </p:txBody>
      </p:sp>
      <p:sp>
        <p:nvSpPr>
          <p:cNvPr id="3" name="Content Placeholder 2">
            <a:extLst>
              <a:ext uri="{FF2B5EF4-FFF2-40B4-BE49-F238E27FC236}">
                <a16:creationId xmlns:a16="http://schemas.microsoft.com/office/drawing/2014/main" id="{2A72118D-D3E6-49AD-382E-FD95DA166BC6}"/>
              </a:ext>
            </a:extLst>
          </p:cNvPr>
          <p:cNvSpPr>
            <a:spLocks noGrp="1"/>
          </p:cNvSpPr>
          <p:nvPr>
            <p:ph idx="1"/>
          </p:nvPr>
        </p:nvSpPr>
        <p:spPr/>
        <p:txBody>
          <a:bodyPr/>
          <a:lstStyle/>
          <a:p>
            <a:r>
              <a:rPr lang="en-GB" dirty="0"/>
              <a:t>Primary Keywords:</a:t>
            </a:r>
          </a:p>
          <a:p>
            <a:r>
              <a:rPr lang="en-GB" dirty="0"/>
              <a:t>Clothing Store in Patiala
Best Clothing Store in Patiala
Fashion Store in Patiala
Garments Store in Patiala</a:t>
            </a:r>
          </a:p>
          <a:p>
            <a:endParaRPr lang="en-US" dirty="0"/>
          </a:p>
        </p:txBody>
      </p:sp>
    </p:spTree>
    <p:extLst>
      <p:ext uri="{BB962C8B-B14F-4D97-AF65-F5344CB8AC3E}">
        <p14:creationId xmlns:p14="http://schemas.microsoft.com/office/powerpoint/2010/main" val="4162457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C8C19-7B6C-126E-CF0D-9DD561C680BE}"/>
              </a:ext>
            </a:extLst>
          </p:cNvPr>
          <p:cNvSpPr>
            <a:spLocks noGrp="1"/>
          </p:cNvSpPr>
          <p:nvPr>
            <p:ph type="title"/>
          </p:nvPr>
        </p:nvSpPr>
        <p:spPr/>
        <p:txBody>
          <a:bodyPr/>
          <a:lstStyle/>
          <a:p>
            <a:r>
              <a:rPr lang="en-GB" dirty="0"/>
              <a:t>Secondary Keywords</a:t>
            </a:r>
            <a:endParaRPr lang="en-US" dirty="0"/>
          </a:p>
        </p:txBody>
      </p:sp>
      <p:sp>
        <p:nvSpPr>
          <p:cNvPr id="3" name="Content Placeholder 2">
            <a:extLst>
              <a:ext uri="{FF2B5EF4-FFF2-40B4-BE49-F238E27FC236}">
                <a16:creationId xmlns:a16="http://schemas.microsoft.com/office/drawing/2014/main" id="{5BECC1E6-643F-14F4-A990-E0E339FD20BA}"/>
              </a:ext>
            </a:extLst>
          </p:cNvPr>
          <p:cNvSpPr>
            <a:spLocks noGrp="1"/>
          </p:cNvSpPr>
          <p:nvPr>
            <p:ph idx="1"/>
          </p:nvPr>
        </p:nvSpPr>
        <p:spPr/>
        <p:txBody>
          <a:bodyPr/>
          <a:lstStyle/>
          <a:p>
            <a:r>
              <a:rPr lang="en-GB" dirty="0"/>
              <a:t>Men’s Clothing Patiala
Women’s Clothing Patiala
Kids Wear Patiala
Casual Wear Patiala
Affordable Clothing Store Patiala</a:t>
            </a:r>
          </a:p>
          <a:p>
            <a:endParaRPr lang="en-US" dirty="0"/>
          </a:p>
        </p:txBody>
      </p:sp>
    </p:spTree>
    <p:extLst>
      <p:ext uri="{BB962C8B-B14F-4D97-AF65-F5344CB8AC3E}">
        <p14:creationId xmlns:p14="http://schemas.microsoft.com/office/powerpoint/2010/main" val="1587104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DFE4-9534-CD5A-AEFC-BA579AB93F65}"/>
              </a:ext>
            </a:extLst>
          </p:cNvPr>
          <p:cNvSpPr>
            <a:spLocks noGrp="1"/>
          </p:cNvSpPr>
          <p:nvPr>
            <p:ph type="title"/>
          </p:nvPr>
        </p:nvSpPr>
        <p:spPr/>
        <p:txBody>
          <a:bodyPr/>
          <a:lstStyle/>
          <a:p>
            <a:r>
              <a:rPr lang="en-GB" dirty="0"/>
              <a:t>Optimization Performed</a:t>
            </a:r>
            <a:endParaRPr lang="en-US" dirty="0"/>
          </a:p>
        </p:txBody>
      </p:sp>
      <p:sp>
        <p:nvSpPr>
          <p:cNvPr id="3" name="Content Placeholder 2">
            <a:extLst>
              <a:ext uri="{FF2B5EF4-FFF2-40B4-BE49-F238E27FC236}">
                <a16:creationId xmlns:a16="http://schemas.microsoft.com/office/drawing/2014/main" id="{03C28A61-1022-2C6A-2150-C6F693D60E68}"/>
              </a:ext>
            </a:extLst>
          </p:cNvPr>
          <p:cNvSpPr>
            <a:spLocks noGrp="1"/>
          </p:cNvSpPr>
          <p:nvPr>
            <p:ph idx="1"/>
          </p:nvPr>
        </p:nvSpPr>
        <p:spPr/>
        <p:txBody>
          <a:bodyPr/>
          <a:lstStyle/>
          <a:p>
            <a:r>
              <a:rPr lang="en-GB" dirty="0"/>
              <a:t>Created and verified Google Business Profile.
Added complete business information.
Optimized business description.
Uploaded one logo and five business photos.
Added Instagram as a local citation.
Improved Local SEO using relevant keywords.</a:t>
            </a:r>
            <a:endParaRPr lang="en-US" dirty="0"/>
          </a:p>
        </p:txBody>
      </p:sp>
    </p:spTree>
    <p:extLst>
      <p:ext uri="{BB962C8B-B14F-4D97-AF65-F5344CB8AC3E}">
        <p14:creationId xmlns:p14="http://schemas.microsoft.com/office/powerpoint/2010/main" val="398001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9E64-412E-05FA-6F7B-FF22DD8F2AE2}"/>
              </a:ext>
            </a:extLst>
          </p:cNvPr>
          <p:cNvSpPr>
            <a:spLocks noGrp="1"/>
          </p:cNvSpPr>
          <p:nvPr>
            <p:ph type="title"/>
          </p:nvPr>
        </p:nvSpPr>
        <p:spPr/>
        <p:txBody>
          <a:bodyPr/>
          <a:lstStyle/>
          <a:p>
            <a:r>
              <a:rPr lang="en-US" dirty="0"/>
              <a:t>Business Description</a:t>
            </a:r>
          </a:p>
        </p:txBody>
      </p:sp>
      <p:sp>
        <p:nvSpPr>
          <p:cNvPr id="3" name="Content Placeholder 2">
            <a:extLst>
              <a:ext uri="{FF2B5EF4-FFF2-40B4-BE49-F238E27FC236}">
                <a16:creationId xmlns:a16="http://schemas.microsoft.com/office/drawing/2014/main" id="{ACEF251A-2EA2-E2C2-5700-340BEDBB91D5}"/>
              </a:ext>
            </a:extLst>
          </p:cNvPr>
          <p:cNvSpPr>
            <a:spLocks noGrp="1"/>
          </p:cNvSpPr>
          <p:nvPr>
            <p:ph idx="1"/>
          </p:nvPr>
        </p:nvSpPr>
        <p:spPr/>
        <p:txBody>
          <a:bodyPr/>
          <a:lstStyle/>
          <a:p>
            <a:r>
              <a:rPr lang="en-GB" dirty="0"/>
              <a:t>Shree Hari Collection is the best clothing store in Patiala. Deals in all kinds of men’s clothing, accessories, kids garments, ladies garments and purses.</a:t>
            </a:r>
            <a:endParaRPr lang="en-US" dirty="0"/>
          </a:p>
        </p:txBody>
      </p:sp>
    </p:spTree>
    <p:extLst>
      <p:ext uri="{BB962C8B-B14F-4D97-AF65-F5344CB8AC3E}">
        <p14:creationId xmlns:p14="http://schemas.microsoft.com/office/powerpoint/2010/main" val="2545053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846E4-358F-AD49-0F60-E441C4D09D9F}"/>
              </a:ext>
            </a:extLst>
          </p:cNvPr>
          <p:cNvSpPr>
            <a:spLocks noGrp="1"/>
          </p:cNvSpPr>
          <p:nvPr>
            <p:ph type="title"/>
          </p:nvPr>
        </p:nvSpPr>
        <p:spPr/>
        <p:txBody>
          <a:bodyPr>
            <a:normAutofit fontScale="90000"/>
          </a:bodyPr>
          <a:lstStyle/>
          <a:p>
            <a:r>
              <a:rPr lang="en-GB" dirty="0"/>
              <a:t>Services added</a:t>
            </a:r>
            <a:endParaRPr lang="en-US" dirty="0"/>
          </a:p>
        </p:txBody>
      </p:sp>
      <p:sp>
        <p:nvSpPr>
          <p:cNvPr id="3" name="Content Placeholder 2">
            <a:extLst>
              <a:ext uri="{FF2B5EF4-FFF2-40B4-BE49-F238E27FC236}">
                <a16:creationId xmlns:a16="http://schemas.microsoft.com/office/drawing/2014/main" id="{2049A81E-8204-D075-7C12-5B22FABFB90F}"/>
              </a:ext>
            </a:extLst>
          </p:cNvPr>
          <p:cNvSpPr>
            <a:spLocks noGrp="1"/>
          </p:cNvSpPr>
          <p:nvPr>
            <p:ph idx="1"/>
          </p:nvPr>
        </p:nvSpPr>
        <p:spPr/>
        <p:txBody>
          <a:bodyPr/>
          <a:lstStyle/>
          <a:p>
            <a:r>
              <a:rPr lang="en-US" dirty="0"/>
              <a:t>Men's Wear</a:t>
            </a:r>
            <a:r>
              <a:rPr lang="en-GB" dirty="0"/>
              <a:t> </a:t>
            </a:r>
          </a:p>
          <a:p>
            <a:r>
              <a:rPr lang="en-US" dirty="0"/>
              <a:t>Women's Wear</a:t>
            </a:r>
            <a:r>
              <a:rPr lang="en-GB" dirty="0"/>
              <a:t> </a:t>
            </a:r>
          </a:p>
          <a:p>
            <a:r>
              <a:rPr lang="en-US" dirty="0"/>
              <a:t>Kids Wear</a:t>
            </a:r>
            <a:r>
              <a:rPr lang="en-GB" dirty="0"/>
              <a:t> </a:t>
            </a:r>
          </a:p>
          <a:p>
            <a:r>
              <a:rPr lang="en-US" dirty="0"/>
              <a:t>Casual Wear</a:t>
            </a:r>
          </a:p>
        </p:txBody>
      </p:sp>
    </p:spTree>
    <p:extLst>
      <p:ext uri="{BB962C8B-B14F-4D97-AF65-F5344CB8AC3E}">
        <p14:creationId xmlns:p14="http://schemas.microsoft.com/office/powerpoint/2010/main" val="1783011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ADB7-1E81-31E3-96F8-2E591C77E0DA}"/>
              </a:ext>
            </a:extLst>
          </p:cNvPr>
          <p:cNvSpPr>
            <a:spLocks noGrp="1"/>
          </p:cNvSpPr>
          <p:nvPr>
            <p:ph type="title"/>
          </p:nvPr>
        </p:nvSpPr>
        <p:spPr/>
        <p:txBody>
          <a:bodyPr>
            <a:normAutofit fontScale="90000"/>
          </a:bodyPr>
          <a:lstStyle/>
          <a:p>
            <a:r>
              <a:rPr lang="en-GB" dirty="0"/>
              <a:t>Local Citation</a:t>
            </a:r>
            <a:endParaRPr lang="en-US" dirty="0"/>
          </a:p>
        </p:txBody>
      </p:sp>
      <p:sp>
        <p:nvSpPr>
          <p:cNvPr id="3" name="Content Placeholder 2">
            <a:extLst>
              <a:ext uri="{FF2B5EF4-FFF2-40B4-BE49-F238E27FC236}">
                <a16:creationId xmlns:a16="http://schemas.microsoft.com/office/drawing/2014/main" id="{466B159A-F395-61BC-2E0C-D574DC4E1C00}"/>
              </a:ext>
            </a:extLst>
          </p:cNvPr>
          <p:cNvSpPr>
            <a:spLocks noGrp="1"/>
          </p:cNvSpPr>
          <p:nvPr>
            <p:ph idx="1"/>
          </p:nvPr>
        </p:nvSpPr>
        <p:spPr/>
        <p:txBody>
          <a:bodyPr/>
          <a:lstStyle/>
          <a:p>
            <a:r>
              <a:rPr lang="en-GB" dirty="0"/>
              <a:t>Local Citation Created:
Instagram Business Page (@shc_patiala)</a:t>
            </a:r>
            <a:endParaRPr lang="en-US" dirty="0"/>
          </a:p>
        </p:txBody>
      </p:sp>
    </p:spTree>
    <p:extLst>
      <p:ext uri="{BB962C8B-B14F-4D97-AF65-F5344CB8AC3E}">
        <p14:creationId xmlns:p14="http://schemas.microsoft.com/office/powerpoint/2010/main" val="4272338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77AC1-CC31-F15A-65C0-D2893999BE17}"/>
              </a:ext>
            </a:extLst>
          </p:cNvPr>
          <p:cNvSpPr>
            <a:spLocks noGrp="1"/>
          </p:cNvSpPr>
          <p:nvPr>
            <p:ph type="title"/>
          </p:nvPr>
        </p:nvSpPr>
        <p:spPr/>
        <p:txBody>
          <a:bodyPr/>
          <a:lstStyle/>
          <a:p>
            <a:r>
              <a:rPr lang="en-US" dirty="0"/>
              <a:t>Performance Analysis</a:t>
            </a:r>
          </a:p>
        </p:txBody>
      </p:sp>
      <p:sp>
        <p:nvSpPr>
          <p:cNvPr id="3" name="Content Placeholder 2">
            <a:extLst>
              <a:ext uri="{FF2B5EF4-FFF2-40B4-BE49-F238E27FC236}">
                <a16:creationId xmlns:a16="http://schemas.microsoft.com/office/drawing/2014/main" id="{D5C6E827-B841-4B08-E54D-DD9C83E64E5F}"/>
              </a:ext>
            </a:extLst>
          </p:cNvPr>
          <p:cNvSpPr>
            <a:spLocks noGrp="1"/>
          </p:cNvSpPr>
          <p:nvPr>
            <p:ph idx="1"/>
          </p:nvPr>
        </p:nvSpPr>
        <p:spPr/>
        <p:txBody>
          <a:bodyPr/>
          <a:lstStyle/>
          <a:p>
            <a:r>
              <a:rPr lang="en-GB" dirty="0"/>
              <a:t>Total Interactions:15</a:t>
            </a:r>
          </a:p>
          <a:p>
            <a:r>
              <a:rPr lang="en-GB" dirty="0"/>
              <a:t>Direction Requests: 10</a:t>
            </a:r>
            <a:endParaRPr lang="en-US" dirty="0"/>
          </a:p>
        </p:txBody>
      </p:sp>
    </p:spTree>
    <p:extLst>
      <p:ext uri="{BB962C8B-B14F-4D97-AF65-F5344CB8AC3E}">
        <p14:creationId xmlns:p14="http://schemas.microsoft.com/office/powerpoint/2010/main" val="1634194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CB9F-F349-1EB5-83CB-78E5423ED631}"/>
              </a:ext>
            </a:extLst>
          </p:cNvPr>
          <p:cNvSpPr>
            <a:spLocks noGrp="1"/>
          </p:cNvSpPr>
          <p:nvPr>
            <p:ph type="title"/>
          </p:nvPr>
        </p:nvSpPr>
        <p:spPr/>
        <p:txBody>
          <a:bodyPr/>
          <a:lstStyle/>
          <a:p>
            <a:r>
              <a:rPr lang="en-US" dirty="0"/>
              <a:t>Challenges Faced</a:t>
            </a:r>
          </a:p>
        </p:txBody>
      </p:sp>
      <p:sp>
        <p:nvSpPr>
          <p:cNvPr id="3" name="Content Placeholder 2">
            <a:extLst>
              <a:ext uri="{FF2B5EF4-FFF2-40B4-BE49-F238E27FC236}">
                <a16:creationId xmlns:a16="http://schemas.microsoft.com/office/drawing/2014/main" id="{AAD781F4-4575-72D9-7260-F5172F34C565}"/>
              </a:ext>
            </a:extLst>
          </p:cNvPr>
          <p:cNvSpPr>
            <a:spLocks noGrp="1"/>
          </p:cNvSpPr>
          <p:nvPr>
            <p:ph idx="1"/>
          </p:nvPr>
        </p:nvSpPr>
        <p:spPr/>
        <p:txBody>
          <a:bodyPr/>
          <a:lstStyle/>
          <a:p>
            <a:r>
              <a:rPr lang="en-GB" dirty="0"/>
              <a:t>Phone number marked as “Not Approved”.
WhatsApp chat URL also marked as “Not Approved”.
Although the business profile is verified, the phone number is not displayed publicly.
Google support was contacted to resolve the issue.</a:t>
            </a:r>
          </a:p>
          <a:p>
            <a:endParaRPr lang="en-US" dirty="0"/>
          </a:p>
        </p:txBody>
      </p:sp>
    </p:spTree>
    <p:extLst>
      <p:ext uri="{BB962C8B-B14F-4D97-AF65-F5344CB8AC3E}">
        <p14:creationId xmlns:p14="http://schemas.microsoft.com/office/powerpoint/2010/main" val="1755324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C2E5E-55F1-70FE-1DBB-E533A37B8A9E}"/>
              </a:ext>
            </a:extLst>
          </p:cNvPr>
          <p:cNvSpPr>
            <a:spLocks noGrp="1"/>
          </p:cNvSpPr>
          <p:nvPr>
            <p:ph type="title"/>
          </p:nvPr>
        </p:nvSpPr>
        <p:spPr/>
        <p:txBody>
          <a:bodyPr/>
          <a:lstStyle/>
          <a:p>
            <a:r>
              <a:rPr lang="en-GB" dirty="0"/>
              <a:t>Conclusion</a:t>
            </a:r>
            <a:endParaRPr lang="en-US" dirty="0"/>
          </a:p>
        </p:txBody>
      </p:sp>
      <p:sp>
        <p:nvSpPr>
          <p:cNvPr id="3" name="Content Placeholder 2">
            <a:extLst>
              <a:ext uri="{FF2B5EF4-FFF2-40B4-BE49-F238E27FC236}">
                <a16:creationId xmlns:a16="http://schemas.microsoft.com/office/drawing/2014/main" id="{A6B64559-9FCE-3783-A10C-888563B7E66C}"/>
              </a:ext>
            </a:extLst>
          </p:cNvPr>
          <p:cNvSpPr>
            <a:spLocks noGrp="1"/>
          </p:cNvSpPr>
          <p:nvPr>
            <p:ph idx="1"/>
          </p:nvPr>
        </p:nvSpPr>
        <p:spPr/>
        <p:txBody>
          <a:bodyPr/>
          <a:lstStyle/>
          <a:p>
            <a:r>
              <a:rPr lang="en-GB" dirty="0"/>
              <a:t>This project provided practical experience in Google Business Profile optimization and Local SEO. By optimizing business information, performing keyword research, adding services and photos, and creating local citations, the online visibility of Shree Hari Collection was improved. The project enhanced my understanding of Local SEO and business profile management.</a:t>
            </a:r>
            <a:endParaRPr lang="en-US" dirty="0"/>
          </a:p>
        </p:txBody>
      </p:sp>
    </p:spTree>
    <p:extLst>
      <p:ext uri="{BB962C8B-B14F-4D97-AF65-F5344CB8AC3E}">
        <p14:creationId xmlns:p14="http://schemas.microsoft.com/office/powerpoint/2010/main" val="15673527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Madison</vt:lpstr>
      <vt:lpstr>Google Business Profile (GMB) Optimization for Local SEO</vt:lpstr>
      <vt:lpstr>Project report </vt:lpstr>
      <vt:lpstr>Business details:</vt:lpstr>
      <vt:lpstr> Project Objectives</vt:lpstr>
      <vt:lpstr>Keyword Research</vt:lpstr>
      <vt:lpstr>Secondary Keywords</vt:lpstr>
      <vt:lpstr>Optimization Performed</vt:lpstr>
      <vt:lpstr>Business Description</vt:lpstr>
      <vt:lpstr>Services added</vt:lpstr>
      <vt:lpstr>Local Citation</vt:lpstr>
      <vt:lpstr>Performance Analysis</vt:lpstr>
      <vt:lpstr>Challenges Faced</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Business Profile (GMB) Optimization for Local SEO</dc:title>
  <dc:creator>bharteshdhiman123@gmail.com</dc:creator>
  <cp:lastModifiedBy>bharteshdhiman123@gmail.com</cp:lastModifiedBy>
  <cp:revision>1</cp:revision>
  <dcterms:created xsi:type="dcterms:W3CDTF">2026-07-08T08:34:37Z</dcterms:created>
  <dcterms:modified xsi:type="dcterms:W3CDTF">2026-07-08T08:50:44Z</dcterms:modified>
</cp:coreProperties>
</file>